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InvenTrack is a web app that helps a shop keep track of its products and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InvenTrack is a full-stack app: it has a screen the user sees and a server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stock in a notebook is slow and error-prone. InvenTrack puts everything on one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builds the screens, Express runs the server, and a plain JSON file stores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parts: the React screen, the Express server, and the JSON file that holds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sidebar on the left switches between these four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summary cards at the top, a refill table, and stock grouped by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and edit use a checked pop-up form. Search, filter and sort help find items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quantities with the buttons or by typing, then click Set to save.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product compares its quantity to its minimum level to get a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product record holds identity, price, stock levels, supplier and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server's read endpoints. The app calls these to show lists and summaries.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server's write endpoints. These change the data in products.json.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checks stop bad data from being saved. LocalStorage is a backup when the server is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Node.js, run npm install once, then start the app with run.bat. Open the frontend address in a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InvenTrack keeps stock simple to track. Possible next steps are a real database, logins and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InvenTrack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Programming Project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•  Node.js  •  Express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InvenTrack?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that helps a shop track its products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 and delete products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many items are left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warning when stock runs 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852160" y="146304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080760" y="169164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(React) and the server (Node.js) work together.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It?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25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records cause mistakes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14884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1031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see what is about to run out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880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one item takes time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38404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</a:t>
            </a:r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shows everything, instantly.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React Icons, HTML5, CSS3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Express.js, CORS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file (products.json)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5173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383280" y="14630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474720" y="14630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09360" y="14630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products.json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971800" y="2057400"/>
            <a:ext cx="365760" cy="45720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0" name="Shape 8"/>
          <p:cNvSpPr/>
          <p:nvPr/>
        </p:nvSpPr>
        <p:spPr>
          <a:xfrm>
            <a:off x="5806440" y="2057400"/>
            <a:ext cx="365760" cy="457200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290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click, React asks the API, the API reads or saves the file, and the answer comes back.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 Pages of the App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numbers and low-stock alerts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663440" y="13716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892040" y="14630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products; add, edit, delete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200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Management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or decrease quantities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663440" y="31089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92040" y="3200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 and API list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60604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697480" y="13716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Stock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2A54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54880" y="13716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Items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72084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12280" y="13716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260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items that need refilling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split by category, such as Electronics and Furniture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Management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edit with a pop-up form. Delete asks “Are you sure?” first.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8046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organize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ID, name or supplier. Filter by category and stock status. Sort by name, price or quantity.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Management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+ and − buttons, or type a number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Set to save the new quantity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status card to filter the list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pop-up appears when stock gets low or runs out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Stock Status Is Decided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89888"/>
            <a:ext cx="2286000" cy="512064"/>
          </a:xfrm>
          <a:prstGeom prst="roundRect">
            <a:avLst>
              <a:gd name="adj" fmla="val 17857"/>
            </a:avLst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8988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2801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is above minimum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258568"/>
            <a:ext cx="2286000" cy="512064"/>
          </a:xfrm>
          <a:prstGeom prst="roundRect">
            <a:avLst>
              <a:gd name="adj" fmla="val 17857"/>
            </a:avLst>
          </a:prstGeom>
          <a:solidFill>
            <a:srgbClr val="F2A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25856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1488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is equal to or below minimum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127248"/>
            <a:ext cx="2286000" cy="512064"/>
          </a:xfrm>
          <a:prstGeom prst="roundRect">
            <a:avLst>
              <a:gd name="adj" fmla="val 17857"/>
            </a:avLst>
          </a:prstGeom>
          <a:solidFill>
            <a:srgbClr val="C845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12724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0175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is 0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Mouse minimum is 10. 43 pcs = In Stock. 9 pcs = Low Stock.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Store for Each Product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ID (like PRD-001), name, category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Money: price per item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Stock: quantity and minimum stock level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supplier name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created and updated dates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API: Reading Data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/api/products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products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/api/products/stats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numbers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4747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/api/products/:id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one product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API: Changing Data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/api/products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product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2140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/api/products/:id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product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008376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00837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/api/products/:id/quantity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stock quantity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3895344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89534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/api/products/:id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product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Checks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are required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quantity cannot be negative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Product ID cannot be added twice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error and success messages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38404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server is off, data is kept in the browser (LocalStorage).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 the Project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2801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Node.js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031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project folder and run npm install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260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run.bat (or use the terminal)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1F2A4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84048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http://localhost:5173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http://localhost:5000/api/products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stock tracking simple and fast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low and out-of-stock items at a glance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React, Node.js and Express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2A54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37490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ideas: </a:t>
            </a:r>
            <a:pPr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database, user login, reports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InvenTrack - Inventory Management System</dc:title>
  <dc:subject>PptxGenJS Presentation</dc:subject>
  <dc:creator>PptxGenJS</dc:creator>
  <cp:lastModifiedBy>PptxGenJS</cp:lastModifiedBy>
  <cp:revision>1</cp:revision>
  <dcterms:created xsi:type="dcterms:W3CDTF">2026-10-13T13:18:39Z</dcterms:created>
  <dcterms:modified xsi:type="dcterms:W3CDTF">2026-10-13T13:18:39Z</dcterms:modified>
</cp:coreProperties>
</file>